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6858000" cy="9144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-750" y="101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Cliquez pour modifier le style des sous-titres du masque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28/11/2025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28/11/2025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28/11/2025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42900" y="2133601"/>
            <a:ext cx="3028950" cy="603461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486150" y="2133601"/>
            <a:ext cx="3028950" cy="603461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28/11/2025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28/11/2025</a:t>
            </a:fld>
            <a:endParaRPr lang="fr-BE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28/11/2025</a:t>
            </a:fld>
            <a:endParaRPr lang="fr-BE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28/11/2025</a:t>
            </a:fld>
            <a:endParaRPr lang="fr-BE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28/11/2025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28/11/2025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28/11/2025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972050" y="366185"/>
            <a:ext cx="1543050" cy="7802033"/>
          </a:xfrm>
        </p:spPr>
        <p:txBody>
          <a:bodyPr vert="eaVert"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42900" y="366185"/>
            <a:ext cx="4514850" cy="7802033"/>
          </a:xfr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28/11/2025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309A6D-C09C-4548-B29A-6CF363A7E532}" type="datetimeFigureOut">
              <a:rPr lang="fr-FR" smtClean="0"/>
              <a:t>28/11/2025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A" dirty="0" smtClean="0"/>
              <a:t>Gestion des mots de passes</a:t>
            </a:r>
            <a:endParaRPr lang="fr-CA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CA" dirty="0" smtClean="0"/>
              <a:t>Version 2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81542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82444" cy="461400"/>
          </a:xfrm>
          <a:ln cmpd="tri">
            <a:solidFill>
              <a:srgbClr val="92D050"/>
            </a:solidFill>
          </a:ln>
        </p:spPr>
        <p:txBody>
          <a:bodyPr>
            <a:normAutofit fontScale="90000"/>
          </a:bodyPr>
          <a:lstStyle/>
          <a:p>
            <a:r>
              <a:rPr lang="fr-CA" dirty="0" smtClean="0"/>
              <a:t>Ouverture</a:t>
            </a:r>
            <a:endParaRPr lang="fr-CA" dirty="0"/>
          </a:p>
        </p:txBody>
      </p:sp>
      <p:sp>
        <p:nvSpPr>
          <p:cNvPr id="4" name="Rectangle 3"/>
          <p:cNvSpPr/>
          <p:nvPr/>
        </p:nvSpPr>
        <p:spPr>
          <a:xfrm>
            <a:off x="548680" y="1475656"/>
            <a:ext cx="2232248" cy="432048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 smtClean="0">
                <a:solidFill>
                  <a:schemeClr val="tx1"/>
                </a:solidFill>
              </a:rPr>
              <a:t>Connexion à la BD</a:t>
            </a:r>
            <a:endParaRPr lang="fr-CA" dirty="0">
              <a:solidFill>
                <a:schemeClr val="tx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49856" y="2267744"/>
            <a:ext cx="2232248" cy="432048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 smtClean="0">
                <a:solidFill>
                  <a:schemeClr val="tx1"/>
                </a:solidFill>
              </a:rPr>
              <a:t>Extraire les usagers</a:t>
            </a:r>
            <a:endParaRPr lang="fr-CA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20688" y="5580112"/>
            <a:ext cx="2088232" cy="288032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 smtClean="0">
                <a:solidFill>
                  <a:schemeClr val="tx1"/>
                </a:solidFill>
              </a:rPr>
              <a:t>Afficher les usagers</a:t>
            </a:r>
            <a:endParaRPr lang="fr-CA" dirty="0">
              <a:solidFill>
                <a:schemeClr val="tx1"/>
              </a:solidFill>
            </a:endParaRPr>
          </a:p>
        </p:txBody>
      </p:sp>
      <p:sp>
        <p:nvSpPr>
          <p:cNvPr id="8" name="Plaque 7"/>
          <p:cNvSpPr/>
          <p:nvPr/>
        </p:nvSpPr>
        <p:spPr>
          <a:xfrm>
            <a:off x="3717032" y="2555776"/>
            <a:ext cx="1440160" cy="288032"/>
          </a:xfrm>
          <a:prstGeom prst="beve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 smtClean="0"/>
              <a:t>Ajouter</a:t>
            </a:r>
            <a:endParaRPr lang="fr-CA" dirty="0"/>
          </a:p>
        </p:txBody>
      </p:sp>
      <p:cxnSp>
        <p:nvCxnSpPr>
          <p:cNvPr id="10" name="Connecteur en angle 9"/>
          <p:cNvCxnSpPr>
            <a:stCxn id="5" idx="2"/>
            <a:endCxn id="6" idx="0"/>
          </p:cNvCxnSpPr>
          <p:nvPr/>
        </p:nvCxnSpPr>
        <p:spPr>
          <a:xfrm rot="5400000">
            <a:off x="325232" y="4039364"/>
            <a:ext cx="2880320" cy="201176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005356" y="4572000"/>
            <a:ext cx="2088232" cy="288032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1200" dirty="0" err="1" smtClean="0">
                <a:solidFill>
                  <a:schemeClr val="tx1"/>
                </a:solidFill>
              </a:rPr>
              <a:t>Cbase</a:t>
            </a:r>
            <a:r>
              <a:rPr lang="fr-CA" sz="1200" dirty="0" smtClean="0">
                <a:solidFill>
                  <a:schemeClr val="tx1"/>
                </a:solidFill>
              </a:rPr>
              <a:t> Ajouter(usager)</a:t>
            </a:r>
            <a:endParaRPr lang="fr-CA" sz="1200" dirty="0">
              <a:solidFill>
                <a:schemeClr val="tx1"/>
              </a:solidFill>
            </a:endParaRPr>
          </a:p>
        </p:txBody>
      </p:sp>
      <p:cxnSp>
        <p:nvCxnSpPr>
          <p:cNvPr id="18" name="Connecteur en angle 17"/>
          <p:cNvCxnSpPr>
            <a:stCxn id="8" idx="2"/>
            <a:endCxn id="24" idx="0"/>
          </p:cNvCxnSpPr>
          <p:nvPr/>
        </p:nvCxnSpPr>
        <p:spPr>
          <a:xfrm rot="5400000">
            <a:off x="4159256" y="3070008"/>
            <a:ext cx="504056" cy="51656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en angle 20"/>
          <p:cNvCxnSpPr>
            <a:stCxn id="17" idx="2"/>
            <a:endCxn id="6" idx="0"/>
          </p:cNvCxnSpPr>
          <p:nvPr/>
        </p:nvCxnSpPr>
        <p:spPr>
          <a:xfrm rot="5400000">
            <a:off x="2497098" y="4027738"/>
            <a:ext cx="720080" cy="2384668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341340" y="3347864"/>
            <a:ext cx="2088232" cy="288032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1200" dirty="0" err="1" smtClean="0">
                <a:solidFill>
                  <a:schemeClr val="tx1"/>
                </a:solidFill>
              </a:rPr>
              <a:t>frmAjouter</a:t>
            </a:r>
            <a:r>
              <a:rPr lang="fr-CA" sz="1200" dirty="0" smtClean="0">
                <a:solidFill>
                  <a:schemeClr val="tx1"/>
                </a:solidFill>
              </a:rPr>
              <a:t>(usager)</a:t>
            </a:r>
            <a:endParaRPr lang="fr-CA" sz="1200" dirty="0">
              <a:solidFill>
                <a:schemeClr val="tx1"/>
              </a:solidFill>
            </a:endParaRPr>
          </a:p>
        </p:txBody>
      </p:sp>
      <p:cxnSp>
        <p:nvCxnSpPr>
          <p:cNvPr id="27" name="Connecteur en angle 26"/>
          <p:cNvCxnSpPr>
            <a:stCxn id="24" idx="2"/>
            <a:endCxn id="17" idx="0"/>
          </p:cNvCxnSpPr>
          <p:nvPr/>
        </p:nvCxnSpPr>
        <p:spPr>
          <a:xfrm rot="5400000">
            <a:off x="3749412" y="3935956"/>
            <a:ext cx="936104" cy="335984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234455" y="6516216"/>
            <a:ext cx="2088232" cy="288032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 err="1" smtClean="0">
                <a:solidFill>
                  <a:schemeClr val="tx1"/>
                </a:solidFill>
              </a:rPr>
              <a:t>Doubleclic</a:t>
            </a:r>
            <a:r>
              <a:rPr lang="fr-CA" dirty="0" smtClean="0">
                <a:solidFill>
                  <a:schemeClr val="tx1"/>
                </a:solidFill>
              </a:rPr>
              <a:t> usager</a:t>
            </a:r>
            <a:endParaRPr lang="fr-CA" dirty="0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492896" y="7052617"/>
            <a:ext cx="2664296" cy="288032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 smtClean="0">
                <a:solidFill>
                  <a:schemeClr val="tx1"/>
                </a:solidFill>
              </a:rPr>
              <a:t>Demande mot de passe</a:t>
            </a:r>
            <a:endParaRPr lang="fr-CA" dirty="0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268760" y="7668344"/>
            <a:ext cx="2664296" cy="288032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 smtClean="0">
                <a:solidFill>
                  <a:schemeClr val="tx1"/>
                </a:solidFill>
              </a:rPr>
              <a:t>Ouvre fenêtre Choix</a:t>
            </a:r>
            <a:endParaRPr lang="fr-CA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304480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ureau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33</Words>
  <Application>Microsoft Office PowerPoint</Application>
  <PresentationFormat>Affichage à l'écran (4:3)</PresentationFormat>
  <Paragraphs>12</Paragraphs>
  <Slides>2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3" baseType="lpstr">
      <vt:lpstr>Thème Office</vt:lpstr>
      <vt:lpstr>Gestion des mots de passes</vt:lpstr>
      <vt:lpstr>Ouverture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Gestion des mots de passes</dc:title>
  <dc:creator>Jacques</dc:creator>
  <cp:lastModifiedBy>Jacques</cp:lastModifiedBy>
  <cp:revision>3</cp:revision>
  <dcterms:created xsi:type="dcterms:W3CDTF">2025-11-18T19:14:36Z</dcterms:created>
  <dcterms:modified xsi:type="dcterms:W3CDTF">2025-11-28T19:36:19Z</dcterms:modified>
</cp:coreProperties>
</file>