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50" y="11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 smtClean="0"/>
              <a:t>Gestion des mots de passes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 smtClean="0"/>
              <a:t>Version 2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154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82444" cy="461400"/>
          </a:xfrm>
          <a:ln cmpd="tri">
            <a:solidFill>
              <a:srgbClr val="92D050"/>
            </a:solidFill>
          </a:ln>
        </p:spPr>
        <p:txBody>
          <a:bodyPr>
            <a:normAutofit fontScale="90000"/>
          </a:bodyPr>
          <a:lstStyle/>
          <a:p>
            <a:r>
              <a:rPr lang="fr-CA" dirty="0" smtClean="0"/>
              <a:t>Ouverture</a:t>
            </a:r>
            <a:endParaRPr lang="fr-CA" dirty="0"/>
          </a:p>
        </p:txBody>
      </p:sp>
      <p:sp>
        <p:nvSpPr>
          <p:cNvPr id="4" name="Rectangle 3"/>
          <p:cNvSpPr/>
          <p:nvPr/>
        </p:nvSpPr>
        <p:spPr>
          <a:xfrm>
            <a:off x="470414" y="1093937"/>
            <a:ext cx="2232248" cy="432048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Connexion à la BD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80" y="1691680"/>
            <a:ext cx="2232248" cy="432048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Extraire les usagers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4043" y="3419872"/>
            <a:ext cx="2088232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Afficher les usagers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8" name="Plaque 7"/>
          <p:cNvSpPr/>
          <p:nvPr/>
        </p:nvSpPr>
        <p:spPr>
          <a:xfrm>
            <a:off x="4095288" y="1237953"/>
            <a:ext cx="1440160" cy="28803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Ajouter</a:t>
            </a:r>
            <a:endParaRPr lang="fr-CA" dirty="0"/>
          </a:p>
        </p:txBody>
      </p:sp>
      <p:cxnSp>
        <p:nvCxnSpPr>
          <p:cNvPr id="10" name="Connecteur en angle 9"/>
          <p:cNvCxnSpPr>
            <a:stCxn id="5" idx="2"/>
            <a:endCxn id="6" idx="0"/>
          </p:cNvCxnSpPr>
          <p:nvPr/>
        </p:nvCxnSpPr>
        <p:spPr>
          <a:xfrm rot="16200000" flipH="1">
            <a:off x="1343409" y="2445122"/>
            <a:ext cx="1296144" cy="65335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62275" y="2786125"/>
            <a:ext cx="2088232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 smtClean="0">
                <a:solidFill>
                  <a:schemeClr val="tx1"/>
                </a:solidFill>
              </a:rPr>
              <a:t>Cbase</a:t>
            </a:r>
            <a:r>
              <a:rPr lang="fr-CA" sz="1200" dirty="0" smtClean="0">
                <a:solidFill>
                  <a:schemeClr val="tx1"/>
                </a:solidFill>
              </a:rPr>
              <a:t> Ajouter(usager)</a:t>
            </a:r>
            <a:endParaRPr lang="fr-CA" sz="1200" dirty="0">
              <a:solidFill>
                <a:schemeClr val="tx1"/>
              </a:solidFill>
            </a:endParaRPr>
          </a:p>
        </p:txBody>
      </p:sp>
      <p:cxnSp>
        <p:nvCxnSpPr>
          <p:cNvPr id="18" name="Connecteur en angle 17"/>
          <p:cNvCxnSpPr>
            <a:stCxn id="8" idx="2"/>
            <a:endCxn id="24" idx="0"/>
          </p:cNvCxnSpPr>
          <p:nvPr/>
        </p:nvCxnSpPr>
        <p:spPr>
          <a:xfrm rot="5400000">
            <a:off x="4537512" y="1752185"/>
            <a:ext cx="504056" cy="516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en angle 20"/>
          <p:cNvCxnSpPr>
            <a:stCxn id="17" idx="2"/>
            <a:endCxn id="6" idx="0"/>
          </p:cNvCxnSpPr>
          <p:nvPr/>
        </p:nvCxnSpPr>
        <p:spPr>
          <a:xfrm rot="5400000">
            <a:off x="3189418" y="2202898"/>
            <a:ext cx="345715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719596" y="2030041"/>
            <a:ext cx="2088232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err="1" smtClean="0">
                <a:solidFill>
                  <a:schemeClr val="tx1"/>
                </a:solidFill>
              </a:rPr>
              <a:t>frmAjouter</a:t>
            </a:r>
            <a:r>
              <a:rPr lang="fr-CA" sz="1200" dirty="0" smtClean="0">
                <a:solidFill>
                  <a:schemeClr val="tx1"/>
                </a:solidFill>
              </a:rPr>
              <a:t>(usager)</a:t>
            </a:r>
            <a:endParaRPr lang="fr-CA" sz="1200" dirty="0">
              <a:solidFill>
                <a:schemeClr val="tx1"/>
              </a:solidFill>
            </a:endParaRPr>
          </a:p>
        </p:txBody>
      </p:sp>
      <p:cxnSp>
        <p:nvCxnSpPr>
          <p:cNvPr id="27" name="Connecteur en angle 26"/>
          <p:cNvCxnSpPr>
            <a:stCxn id="24" idx="2"/>
            <a:endCxn id="17" idx="0"/>
          </p:cNvCxnSpPr>
          <p:nvPr/>
        </p:nvCxnSpPr>
        <p:spPr>
          <a:xfrm rot="5400000">
            <a:off x="4351026" y="2373439"/>
            <a:ext cx="468052" cy="35732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4664" y="4067944"/>
            <a:ext cx="2088232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>
                <a:solidFill>
                  <a:schemeClr val="tx1"/>
                </a:solidFill>
              </a:rPr>
              <a:t>Doubleclic</a:t>
            </a:r>
            <a:r>
              <a:rPr lang="fr-CA" dirty="0" smtClean="0">
                <a:solidFill>
                  <a:schemeClr val="tx1"/>
                </a:solidFill>
              </a:rPr>
              <a:t> usager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33792" y="5436096"/>
            <a:ext cx="2664296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Demande mot de passe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80728" y="7940327"/>
            <a:ext cx="2664296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Ouvre fenêtre Choix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19" name="Légende encadrée 2 18"/>
          <p:cNvSpPr/>
          <p:nvPr/>
        </p:nvSpPr>
        <p:spPr>
          <a:xfrm>
            <a:off x="324683" y="5168246"/>
            <a:ext cx="1322655" cy="612648"/>
          </a:xfrm>
          <a:prstGeom prst="borderCallout2">
            <a:avLst>
              <a:gd name="adj1" fmla="val 42071"/>
              <a:gd name="adj2" fmla="val 101128"/>
              <a:gd name="adj3" fmla="val 48290"/>
              <a:gd name="adj4" fmla="val 106478"/>
              <a:gd name="adj5" fmla="val 61194"/>
              <a:gd name="adj6" fmla="val 120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Input box</a:t>
            </a:r>
            <a:br>
              <a:rPr lang="fr-CA" dirty="0" smtClean="0"/>
            </a:br>
            <a:r>
              <a:rPr lang="fr-CA" dirty="0" err="1" smtClean="0"/>
              <a:t>frmMps</a:t>
            </a:r>
            <a:endParaRPr lang="fr-CA" dirty="0"/>
          </a:p>
        </p:txBody>
      </p:sp>
      <p:sp>
        <p:nvSpPr>
          <p:cNvPr id="23" name="Rectangle 22"/>
          <p:cNvSpPr/>
          <p:nvPr/>
        </p:nvSpPr>
        <p:spPr>
          <a:xfrm>
            <a:off x="986011" y="4655812"/>
            <a:ext cx="2664296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Extraire </a:t>
            </a:r>
            <a:r>
              <a:rPr lang="fr-CA" dirty="0" smtClean="0">
                <a:solidFill>
                  <a:schemeClr val="tx1"/>
                </a:solidFill>
              </a:rPr>
              <a:t>mot de passe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74043" y="5976156"/>
            <a:ext cx="2664296" cy="28803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Comparer mots </a:t>
            </a:r>
            <a:r>
              <a:rPr lang="fr-CA" dirty="0" smtClean="0">
                <a:solidFill>
                  <a:schemeClr val="tx1"/>
                </a:solidFill>
              </a:rPr>
              <a:t>de passe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20" name="Organigramme : Décision 19"/>
          <p:cNvSpPr/>
          <p:nvPr/>
        </p:nvSpPr>
        <p:spPr>
          <a:xfrm>
            <a:off x="1554711" y="6696236"/>
            <a:ext cx="3426638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 smtClean="0"/>
              <a:t>Oui   Concordance   Non</a:t>
            </a:r>
            <a:endParaRPr lang="fr-CA" sz="1200" dirty="0"/>
          </a:p>
        </p:txBody>
      </p:sp>
      <p:cxnSp>
        <p:nvCxnSpPr>
          <p:cNvPr id="26" name="Connecteur en angle 25"/>
          <p:cNvCxnSpPr>
            <a:stCxn id="13" idx="2"/>
            <a:endCxn id="23" idx="0"/>
          </p:cNvCxnSpPr>
          <p:nvPr/>
        </p:nvCxnSpPr>
        <p:spPr>
          <a:xfrm rot="16200000" flipH="1">
            <a:off x="1733551" y="4071204"/>
            <a:ext cx="299836" cy="86937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en angle 28"/>
          <p:cNvCxnSpPr>
            <a:stCxn id="20" idx="3"/>
            <a:endCxn id="14" idx="3"/>
          </p:cNvCxnSpPr>
          <p:nvPr/>
        </p:nvCxnSpPr>
        <p:spPr>
          <a:xfrm flipH="1" flipV="1">
            <a:off x="4598088" y="5580112"/>
            <a:ext cx="383261" cy="1368152"/>
          </a:xfrm>
          <a:prstGeom prst="bentConnector3">
            <a:avLst>
              <a:gd name="adj1" fmla="val -5964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en angle 30"/>
          <p:cNvCxnSpPr>
            <a:stCxn id="25" idx="2"/>
            <a:endCxn id="20" idx="0"/>
          </p:cNvCxnSpPr>
          <p:nvPr/>
        </p:nvCxnSpPr>
        <p:spPr>
          <a:xfrm rot="16200000" flipH="1">
            <a:off x="2721086" y="6149292"/>
            <a:ext cx="432048" cy="66183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>
            <a:stCxn id="23" idx="2"/>
            <a:endCxn id="14" idx="0"/>
          </p:cNvCxnSpPr>
          <p:nvPr/>
        </p:nvCxnSpPr>
        <p:spPr>
          <a:xfrm rot="16200000" flipH="1">
            <a:off x="2545923" y="4716079"/>
            <a:ext cx="492252" cy="94778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en angle 32"/>
          <p:cNvCxnSpPr>
            <a:stCxn id="14" idx="2"/>
            <a:endCxn id="25" idx="0"/>
          </p:cNvCxnSpPr>
          <p:nvPr/>
        </p:nvCxnSpPr>
        <p:spPr>
          <a:xfrm rot="5400000">
            <a:off x="2810052" y="5520268"/>
            <a:ext cx="252028" cy="65974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40"/>
          <p:cNvCxnSpPr>
            <a:stCxn id="20" idx="1"/>
            <a:endCxn id="15" idx="0"/>
          </p:cNvCxnSpPr>
          <p:nvPr/>
        </p:nvCxnSpPr>
        <p:spPr>
          <a:xfrm rot="10800000" flipH="1" flipV="1">
            <a:off x="1554710" y="6948263"/>
            <a:ext cx="758165" cy="992063"/>
          </a:xfrm>
          <a:prstGeom prst="bentConnector4">
            <a:avLst>
              <a:gd name="adj1" fmla="val -30152"/>
              <a:gd name="adj2" fmla="val 6270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en angle 77"/>
          <p:cNvCxnSpPr>
            <a:endCxn id="14" idx="1"/>
          </p:cNvCxnSpPr>
          <p:nvPr/>
        </p:nvCxnSpPr>
        <p:spPr>
          <a:xfrm>
            <a:off x="1664806" y="5436097"/>
            <a:ext cx="268986" cy="14401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0448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</Words>
  <Application>Microsoft Office PowerPoint</Application>
  <PresentationFormat>Affichage à l'écran 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Gestion des mots de passes</vt:lpstr>
      <vt:lpstr>Ouverture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des mots de passes</dc:title>
  <dc:creator>Jacques</dc:creator>
  <cp:lastModifiedBy>Jacques</cp:lastModifiedBy>
  <cp:revision>5</cp:revision>
  <dcterms:created xsi:type="dcterms:W3CDTF">2025-11-18T19:14:36Z</dcterms:created>
  <dcterms:modified xsi:type="dcterms:W3CDTF">2026-01-22T17:03:25Z</dcterms:modified>
</cp:coreProperties>
</file>